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2D2F8-F427-C3C7-3B2A-E8C3A6923C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60473-BD34-B922-7A53-C09914EE4C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33666-D02C-5A7B-E5CE-D74502833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7AFDB-05CF-4816-CEBC-455ED95C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18C0B-03FF-9BDD-54E8-41DBE5BF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00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0A269-1F5E-E85C-E0ED-7112E9626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E070F-74C8-880C-CA0F-11A74514D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28EC8-222B-92E2-EC7C-32624E46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B9A6D-E607-5DC0-1B86-DBFD4913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D075B-ACD7-E42B-2367-9845A426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89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821D-156B-AFAE-CB32-4656AEC7B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B44B4A-1C6F-D3B6-6434-E278A8A66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6275B-6879-3B2D-AC0B-AA3B0BFF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BE973-2699-7CFD-ED9C-3D80D4264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0A5E6-F8B5-490A-FBE5-65B4B7DFB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135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9934-BA31-95E5-AE7C-7EBEC37CF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49626-4A37-034D-69A6-A04D0617E5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58BA8-81C0-FB66-7179-854603204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770BF-57C9-4E13-320F-65E44E451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1F577-A2BB-EF39-45FD-50BD0FE2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51BB0-0743-D3AB-EA6F-FD72E4D44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21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A028-30D9-0DDD-8F46-4F1E3A6E4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8F91E-A8B2-686C-13ED-7AF2EE106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80B923-F690-2538-C3E7-2C8CDB09CB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846286-515E-FA81-7CB0-118847312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22CFDE-BAC8-8641-D43F-522D32339C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D454A0-3ACC-C16C-871F-724C5AB5A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DB26F-42B0-B6A7-43C6-175E04305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601AEC-53AD-013E-7404-3795C4855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752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8DFDB-AEDF-72D2-D446-43B366294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0F92A-9B60-B540-68E4-38934CB0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2011F2-DD69-735D-E444-2C505B708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8E6E6-56AF-F8CE-4A37-665EA2E1A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95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6F7F8A-8CA0-BCED-197B-AB5A0E38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7D0C8-2C88-0C87-79A9-B20439D2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E3888C-E2BB-4F10-C97C-681277A48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189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19A75-ECD8-D942-EA79-2A9DF9436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F902C-8361-B2D4-DD45-6B22893A4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3C119-F972-AB42-FF6D-7AE0B279D1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C09AA-45CA-6239-0D4E-93E3B4064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579646-2E88-57E0-60B7-415A6F53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B7AF1-7410-E27B-3F42-B2E5EC6C9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475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169A3-BB2C-6424-53A9-C258CDB79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017042-83E5-0E9F-3443-A36E6D33B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E352EA-5C52-4B2F-31EE-ACCEE67A2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8D9AF-9780-BDB6-495E-AE3E5185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CC5928-5487-B007-84C3-41840E5C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469FF-F8DA-58C3-93DF-370C4A58D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36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97D8C-FB25-5EF2-324E-C1F2353A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680F5A-3828-E0CA-2781-905A71DFA2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71649-8DDE-9DAE-6883-93C82C8AC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B8380-5C63-FE7B-11DF-773A45AD2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A4D5B-50C0-C1AF-4E9E-C6A0E018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719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76073-9633-6438-D1C6-1D8109F5B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48108-929E-E3F6-4386-26CB5F3AF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CCF60-E97D-2428-4D96-23957EFAB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01225-3F66-A1E3-0D15-FC4597E17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C134E-37C7-E2BB-FD69-BF61EDEB8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6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F8BA69-0CE8-E380-FDDA-785F29F5C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D7FD9-E301-52E4-CE26-C5C015D4A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87772-78CB-E2A7-8264-0158BC506C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26852-3DC7-4E18-B848-8A84D6871B16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4E081-98EF-5063-1116-19A555E556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BF2C26-A79B-02D9-BCE0-E39C50A995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D6EAF-6E25-45B2-B2A4-3190DDFB9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784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1382D-4D7F-316F-343D-662DB83EA7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84" b="2854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67AA2F-E363-E7FE-2549-B0D8415C3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Terraform</a:t>
            </a:r>
          </a:p>
        </p:txBody>
      </p:sp>
    </p:spTree>
    <p:extLst>
      <p:ext uri="{BB962C8B-B14F-4D97-AF65-F5344CB8AC3E}">
        <p14:creationId xmlns:p14="http://schemas.microsoft.com/office/powerpoint/2010/main" val="2979621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69DEB7-9302-689C-C6FE-AE64EF184A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612" y="643466"/>
            <a:ext cx="10364776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76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3BC7D-4024-244F-5E82-73DCD34F3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1583"/>
            <a:ext cx="10515600" cy="1325563"/>
          </a:xfrm>
        </p:spPr>
        <p:txBody>
          <a:bodyPr/>
          <a:lstStyle/>
          <a:p>
            <a:r>
              <a:rPr lang="en-US" dirty="0"/>
              <a:t>Process in the 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44ACC2-17D9-BF52-24CA-8D1968C5A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8967" y="2063932"/>
            <a:ext cx="5534065" cy="3570912"/>
          </a:xfrm>
        </p:spPr>
      </p:pic>
    </p:spTree>
    <p:extLst>
      <p:ext uri="{BB962C8B-B14F-4D97-AF65-F5344CB8AC3E}">
        <p14:creationId xmlns:p14="http://schemas.microsoft.com/office/powerpoint/2010/main" val="19340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DA2444-8D01-A494-076B-9BE1E45F0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Terraform templets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C7F13D-4C2F-EA51-BDA2-7492170DD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999342"/>
            <a:ext cx="7225748" cy="4859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51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055AE-306C-2F43-6E74-BB08D79FC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DF905942-D361-F51F-4583-0C220C1BEB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3510" y="467208"/>
            <a:ext cx="5923584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642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Process in the core</vt:lpstr>
      <vt:lpstr>Terraform templets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Nallani, Jagadeesh</dc:creator>
  <cp:lastModifiedBy>Nallani, Jagadeesh</cp:lastModifiedBy>
  <cp:revision>1</cp:revision>
  <dcterms:created xsi:type="dcterms:W3CDTF">2023-02-06T21:28:02Z</dcterms:created>
  <dcterms:modified xsi:type="dcterms:W3CDTF">2023-02-06T21:37:33Z</dcterms:modified>
</cp:coreProperties>
</file>